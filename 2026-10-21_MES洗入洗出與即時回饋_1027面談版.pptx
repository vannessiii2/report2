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234c9190449a1" /><Relationship Type="http://schemas.openxmlformats.org/officeDocument/2006/relationships/extended-properties" Target="/docProps/app.xml" Id="R465c634035d24eeb" /><Relationship Type="http://schemas.openxmlformats.org/officeDocument/2006/relationships/officeDocument" Target="/ppt/presentation.xml" Id="R546d11a36bcc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9a0f8306344dcd"/>
  </p:sldMasterIdLst>
  <p:notesMasterIdLst>
    <p:notesMasterId xmlns:r="http://schemas.openxmlformats.org/officeDocument/2006/relationships" r:id="R45c259f285734c14"/>
  </p:notesMasterIdLst>
  <p:sldIdLst>
    <p:sldId xmlns:r="http://schemas.openxmlformats.org/officeDocument/2006/relationships" id="256" r:id="R95a1163f38834c6d"/>
    <p:sldId xmlns:r="http://schemas.openxmlformats.org/officeDocument/2006/relationships" id="257" r:id="Reb10e7e1ba274942"/>
    <p:sldId xmlns:r="http://schemas.openxmlformats.org/officeDocument/2006/relationships" id="258" r:id="R043470dd76954e75"/>
    <p:sldId xmlns:r="http://schemas.openxmlformats.org/officeDocument/2006/relationships" id="259" r:id="Rf6caffaf18004dad"/>
    <p:sldId xmlns:r="http://schemas.openxmlformats.org/officeDocument/2006/relationships" id="260" r:id="Ra5c90de2cc2a47db"/>
    <p:sldId xmlns:r="http://schemas.openxmlformats.org/officeDocument/2006/relationships" id="261" r:id="R93d165e5f9e94004"/>
    <p:sldId xmlns:r="http://schemas.openxmlformats.org/officeDocument/2006/relationships" id="262" r:id="R9c993570255e4361"/>
    <p:sldId xmlns:r="http://schemas.openxmlformats.org/officeDocument/2006/relationships" id="263" r:id="Rc843a768b60b4faf"/>
    <p:sldId xmlns:r="http://schemas.openxmlformats.org/officeDocument/2006/relationships" id="264" r:id="Ra45a633a980c4aa8"/>
    <p:sldId xmlns:r="http://schemas.openxmlformats.org/officeDocument/2006/relationships" id="265" r:id="Rb3253a52d8ea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a638fd96b46d5" /><Relationship Type="http://schemas.openxmlformats.org/officeDocument/2006/relationships/slideMaster" Target="/ppt/slideMasters/slideMaster1.xml" Id="R729a0f8306344dcd" /><Relationship Type="http://schemas.openxmlformats.org/officeDocument/2006/relationships/notesMaster" Target="/ppt/notesMasters/notesMaster1.xml" Id="R45c259f285734c14" /><Relationship Type="http://schemas.openxmlformats.org/officeDocument/2006/relationships/presProps" Target="/ppt/presProps.xml" Id="R79b4eb7950634a60" /><Relationship Type="http://schemas.openxmlformats.org/officeDocument/2006/relationships/tableStyles" Target="/ppt/tableStyles.xml" Id="R5e875eaf7e004222" /><Relationship Type="http://schemas.openxmlformats.org/officeDocument/2006/relationships/slide" Target="/ppt/slides/slide1.xml" Id="R95a1163f38834c6d" /><Relationship Type="http://schemas.openxmlformats.org/officeDocument/2006/relationships/slide" Target="/ppt/slides/slide2.xml" Id="Reb10e7e1ba274942" /><Relationship Type="http://schemas.openxmlformats.org/officeDocument/2006/relationships/slide" Target="/ppt/slides/slide3.xml" Id="R043470dd76954e75" /><Relationship Type="http://schemas.openxmlformats.org/officeDocument/2006/relationships/slide" Target="/ppt/slides/slide4.xml" Id="Rf6caffaf18004dad" /><Relationship Type="http://schemas.openxmlformats.org/officeDocument/2006/relationships/slide" Target="/ppt/slides/slide5.xml" Id="Ra5c90de2cc2a47db" /><Relationship Type="http://schemas.openxmlformats.org/officeDocument/2006/relationships/slide" Target="/ppt/slides/slide6.xml" Id="R93d165e5f9e94004" /><Relationship Type="http://schemas.openxmlformats.org/officeDocument/2006/relationships/slide" Target="/ppt/slides/slide7.xml" Id="R9c993570255e4361" /><Relationship Type="http://schemas.openxmlformats.org/officeDocument/2006/relationships/slide" Target="/ppt/slides/slide8.xml" Id="Rc843a768b60b4faf" /><Relationship Type="http://schemas.openxmlformats.org/officeDocument/2006/relationships/slide" Target="/ppt/slides/slide9.xml" Id="Ra45a633a980c4aa8" /><Relationship Type="http://schemas.openxmlformats.org/officeDocument/2006/relationships/slide" Target="/ppt/slides/slide10.xml" Id="Rb3253a52d8ea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8420458ae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b142fefe5486c" /><Relationship Type="http://schemas.openxmlformats.org/officeDocument/2006/relationships/notesMaster" Target="/ppt/notesMasters/notesMaster1.xml" Id="R111216f2d64d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1d9641146b40de" /><Relationship Type="http://schemas.openxmlformats.org/officeDocument/2006/relationships/notesMaster" Target="/ppt/notesMasters/notesMaster1.xml" Id="R6d23d1daba6241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29658eba2481e" /><Relationship Type="http://schemas.openxmlformats.org/officeDocument/2006/relationships/notesMaster" Target="/ppt/notesMasters/notesMaster1.xml" Id="Rd933ecb887e3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a4fa88dd04900" /><Relationship Type="http://schemas.openxmlformats.org/officeDocument/2006/relationships/notesMaster" Target="/ppt/notesMasters/notesMaster1.xml" Id="R15653027f2d648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3fe21d87e84bac" /><Relationship Type="http://schemas.openxmlformats.org/officeDocument/2006/relationships/notesMaster" Target="/ppt/notesMasters/notesMaster1.xml" Id="Rccd46ee3c141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97799563e74fe3" /><Relationship Type="http://schemas.openxmlformats.org/officeDocument/2006/relationships/notesMaster" Target="/ppt/notesMasters/notesMaster1.xml" Id="R00e125b0defc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1a803ec9f14a4d" /><Relationship Type="http://schemas.openxmlformats.org/officeDocument/2006/relationships/notesMaster" Target="/ppt/notesMasters/notesMaster1.xml" Id="R8454a944f2b0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068a516ff6454f" /><Relationship Type="http://schemas.openxmlformats.org/officeDocument/2006/relationships/notesMaster" Target="/ppt/notesMasters/notesMaster1.xml" Id="Rc08d3acb2216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fd17df7344075" /><Relationship Type="http://schemas.openxmlformats.org/officeDocument/2006/relationships/notesMaster" Target="/ppt/notesMasters/notesMaster1.xml" Id="R70a0bdc7af2c48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15c530ec53430c" /><Relationship Type="http://schemas.openxmlformats.org/officeDocument/2006/relationships/notesMaster" Target="/ppt/notesMasters/notesMaster1.xml" Id="R57c1e36b91fa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加工安排由既有生管／派工權責決定。本研究接收需求並從入庫開始串接資料。這四頁為入庫前情，後六頁聚焦洗入、洗出與資訊回饋。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製程日期依既有加工安排登錄，紙本申請日期不直接等同製程日期。生管建單只是資料準備，不代表實物已入場。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原照片內的真實碼已遮蔽，圖中補上的碼值為測試資料。各照片不同物料，不能當作同一物料的連續履歷。訂單可對應多顆盤元，各顆需可區分的識別碼。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圖一使用藍底洗入模式。欄位為爐號與桿號，每支QR對應一個桿號。確認洗入是開始加工事件，不是酸洗完工。畫面只證明介面存在，未量測寫入時間。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圖二橘底洗出模式，掃碼後顯示既有工令、材質、重量、爐號與洗入桿號供核對。示範遮罩替換客戶及識別資訊，時間與數量沒有改寫。洗出不等於出貨或下游已收料。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使用者提供圖三頂端顯示當日洗入117、已洗出78、待洗出39。這些是當時系統快照，非本次研究樣本結果。可見明細仍為待洗出，未提供同筆洗出後截圖。即時意指回報後可查，未驗證刷新或推播方式。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概念流程圖，並非實測時間軸。照片三個畫面不是同一盤元的連續紀錄。將更新狀態與發送通知分開，沒有證據宣稱自動推播。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使用者的現場作業說明：中央生管與球化、伸線人員依洗出時間預排開爐、換模。這是資訊支援用途，不宣稱MES自動派工或已接通各廠設備。洗出時間加上出貨、運輸、收料與設備條件，才可確認實際開工。球化與伸線為依工單路徑使用資訊，非每筆皆同時流向兩者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實作前確認3445的測試物料已完成入庫綁定。觀察查詢端是否需要刷新，記錄送出成功到顯示更新的時間，不能把畫面存在當成零延遲證據。當日不在3443寫入，也不調整任何設備或工廠排程。</a:t>
            </a:r>
          </a:p>
          <a:p xmlns:a="http://schemas.openxmlformats.org/drawingml/2006/main">
            <a:r>
              <a:t>來源：使用者2026/10/21提供的現場說明與照片、MES截圖。照片及截圖為不同時點和個案，不是同一盤元的連續操作紀錄。客戶、工單、人名及識別碼使用遮蔽或假資料，時間與件數保留。即時回饋為使用者描述的作業流程，尚未量測延遲或驗證推播機制。僅在3445進行DEMO，不操作3443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c1a58e94d4c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2c5b82c8346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ee41d871047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ca99a063749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74382f40149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fdbca808f4f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0B849F-9CB3-4336-AE26-38BA5E19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FCFEC6-0BCF-452E-A953-6F0141637F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32ECA5-C79B-43E2-BB36-8944FF1FD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C2FFF-E372-4D33-ACBE-B6B77052C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BEEB8F-379F-44A6-AF7E-CC229E30B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9AA87C-F18E-4066-9FE8-0160FA40A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ED62E6-140D-44A0-B828-5C6CF24A3E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1D815E-2ECE-40C6-963D-C38854AD5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300E7-835D-4EDF-BC69-4DC45BAC6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D4CE4-1363-4B96-9092-E799C3582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7e5f7473746f9" /><Relationship Type="http://schemas.openxmlformats.org/officeDocument/2006/relationships/slideLayout" Target="/ppt/slideLayouts/slideLayout1.xml" Id="R77fea59129554576" /><Relationship Type="http://schemas.openxmlformats.org/officeDocument/2006/relationships/slideLayout" Target="/ppt/slideLayouts/slideLayout2.xml" Id="R6ee417fb827f4770" /><Relationship Type="http://schemas.openxmlformats.org/officeDocument/2006/relationships/slideLayout" Target="/ppt/slideLayouts/slideLayout3.xml" Id="Rc4f97e0abde645a0" /><Relationship Type="http://schemas.openxmlformats.org/officeDocument/2006/relationships/slideLayout" Target="/ppt/slideLayouts/slideLayout4.xml" Id="R4fb47e87281e4d2a" /><Relationship Type="http://schemas.openxmlformats.org/officeDocument/2006/relationships/slideLayout" Target="/ppt/slideLayouts/slideLayout5.xml" Id="R2cf958fa5ae04cce" /><Relationship Type="http://schemas.openxmlformats.org/officeDocument/2006/relationships/slideLayout" Target="/ppt/slideLayouts/slideLayout6.xml" Id="Rd4afa9b0fc0e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fea59129554576"/>
    <p:sldLayoutId xmlns:r="http://schemas.openxmlformats.org/officeDocument/2006/relationships" id="2147483650" r:id="R6ee417fb827f4770"/>
    <p:sldLayoutId xmlns:r="http://schemas.openxmlformats.org/officeDocument/2006/relationships" id="2147483651" r:id="Rc4f97e0abde645a0"/>
    <p:sldLayoutId xmlns:r="http://schemas.openxmlformats.org/officeDocument/2006/relationships" id="2147483652" r:id="R4fb47e87281e4d2a"/>
    <p:sldLayoutId xmlns:r="http://schemas.openxmlformats.org/officeDocument/2006/relationships" id="2147483653" r:id="R2cf958fa5ae04cce"/>
    <p:sldLayoutId xmlns:r="http://schemas.openxmlformats.org/officeDocument/2006/relationships" id="2147483654" r:id="Rd4afa9b0fc0e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076b5d40048ce" /><Relationship Type="http://schemas.openxmlformats.org/officeDocument/2006/relationships/image" Target="/ppt/media/image.jpeg" Id="Rcb7d37f5de174873" /><Relationship Type="http://schemas.openxmlformats.org/officeDocument/2006/relationships/image" Target="/ppt/media/image2.jpeg" Id="Rbc7a200b1d974b2e" /><Relationship Type="http://schemas.openxmlformats.org/officeDocument/2006/relationships/image" Target="/ppt/media/image3.jpeg" Id="R0e66a5cd44714bc7" /><Relationship Type="http://schemas.openxmlformats.org/officeDocument/2006/relationships/notesSlide" Target="/ppt/notesSlides/notesSlide1.xml" Id="R6de3466e13d2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f4104ae8749b8" /><Relationship Type="http://schemas.openxmlformats.org/officeDocument/2006/relationships/image" Target="/ppt/media/image.png" Id="R4453d5f4c5f3433b" /><Relationship Type="http://schemas.openxmlformats.org/officeDocument/2006/relationships/notesSlide" Target="/ppt/notesSlides/notesSlide2.xml" Id="R5f8db8c9a010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8af94ed9a742f7" /><Relationship Type="http://schemas.openxmlformats.org/officeDocument/2006/relationships/image" Target="/ppt/media/image2.png" Id="R0503635d67734a4f" /><Relationship Type="http://schemas.openxmlformats.org/officeDocument/2006/relationships/image" Target="/ppt/media/image4.jpeg" Id="Rc597db83fd294bf6" /><Relationship Type="http://schemas.openxmlformats.org/officeDocument/2006/relationships/image" Target="/ppt/media/image5.jpeg" Id="R56c2883876d648af" /><Relationship Type="http://schemas.openxmlformats.org/officeDocument/2006/relationships/notesSlide" Target="/ppt/notesSlides/notesSlide3.xml" Id="R493252970d1b45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710c500d24b90" /><Relationship Type="http://schemas.openxmlformats.org/officeDocument/2006/relationships/image" Target="/ppt/media/image3.png" Id="Rcaff96567ce54a3a" /><Relationship Type="http://schemas.openxmlformats.org/officeDocument/2006/relationships/notesSlide" Target="/ppt/notesSlides/notesSlide4.xml" Id="R3159a08c569140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994e4d79d34b9e" /><Relationship Type="http://schemas.openxmlformats.org/officeDocument/2006/relationships/image" Target="/ppt/media/image4.png" Id="Rf72fae6b73d540cb" /><Relationship Type="http://schemas.openxmlformats.org/officeDocument/2006/relationships/notesSlide" Target="/ppt/notesSlides/notesSlide5.xml" Id="R77bd1ccbfa19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8fa5a774e4296" /><Relationship Type="http://schemas.openxmlformats.org/officeDocument/2006/relationships/image" Target="/ppt/media/image5.png" Id="R7f3edafec9ad467b" /><Relationship Type="http://schemas.openxmlformats.org/officeDocument/2006/relationships/notesSlide" Target="/ppt/notesSlides/notesSlide6.xml" Id="R0afa8d2adc234f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efa7a97794044" /><Relationship Type="http://schemas.openxmlformats.org/officeDocument/2006/relationships/image" Target="/ppt/media/image6.png" Id="R3f6a75d6589f4345" /><Relationship Type="http://schemas.openxmlformats.org/officeDocument/2006/relationships/notesSlide" Target="/ppt/notesSlides/notesSlide7.xml" Id="Rc7940a963ec349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96e5f88a4472b" /><Relationship Type="http://schemas.openxmlformats.org/officeDocument/2006/relationships/notesSlide" Target="/ppt/notesSlides/notesSlide8.xml" Id="Re97836226be7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650005f474c03" /><Relationship Type="http://schemas.openxmlformats.org/officeDocument/2006/relationships/notesSlide" Target="/ppt/notesSlides/notesSlide9.xml" Id="Rd54ef22528a640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3643ff7c9424b" /><Relationship Type="http://schemas.openxmlformats.org/officeDocument/2006/relationships/notesSlide" Target="/ppt/notesSlides/notesSlide10.xml" Id="Rcd35530f9cd3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9B0DC-2EDA-4A9D-81A0-DC237673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1/4：既有加工需求的來源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077F6-3D39-405F-B721-BD16A3E9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95CEB-D45C-400B-B5AC-23328F4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89DD4-8B8E-4079-BAEE-524F33CB8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d37f5de174873"/>
          <a:stretch xmlns:a="http://schemas.openxmlformats.org/drawingml/2006/main"/>
        </p:blipFill>
        <p:spPr>
          <a:xfrm xmlns:a="http://schemas.openxmlformats.org/drawingml/2006/main">
            <a:off x="884212" y="1285875"/>
            <a:ext cx="2784527" cy="3857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B8E6-F01F-4630-BBAC-8990273513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a200b1d974b2e"/>
          <a:stretch xmlns:a="http://schemas.openxmlformats.org/drawingml/2006/main"/>
        </p:blipFill>
        <p:spPr>
          <a:xfrm xmlns:a="http://schemas.openxmlformats.org/drawingml/2006/main">
            <a:off x="4598962" y="1285875"/>
            <a:ext cx="2784527" cy="3857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51DA6-BB75-4BBE-BE47-E89965B91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a5cd44714bc7"/>
          <a:stretch xmlns:a="http://schemas.openxmlformats.org/drawingml/2006/main"/>
        </p:blipFill>
        <p:spPr>
          <a:xfrm xmlns:a="http://schemas.openxmlformats.org/drawingml/2006/main">
            <a:off x="8313712" y="1285875"/>
            <a:ext cx="2784527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4EB68-9092-44EB-BC1E-9806CA6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委外加工排程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1E3A3-7605-4F12-BAE2-86FE8F4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盤元催料資料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12FFA-77DE-42A6-AFF4-194C39B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球化相關催料資料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DF2A9-C668-452F-A48E-F26B377E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既有單位決定加工安排；本系統接收需求，從實際入庫開始串接。</a:t>
            </a:r>
          </a:p>
        </p:txBody>
      </p:sp>
    </p:spTree>
    <p:extLst>
      <p:ext uri="{BB962C8B-B14F-4D97-AF65-F5344CB8AC3E}">
        <p14:creationId xmlns:p14="http://schemas.microsoft.com/office/powerpoint/2010/main" val="329344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10A8-FDB9-4071-AD88-367D1FEB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2/4：生管建立 MES 催料單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A57A7-A233-42B3-8784-5EC70CC4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8CAC2-0C73-45F2-A974-CE6BB90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44BD3-A5CD-43AD-812F-7843C5DE3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3d5f4c5f3433b"/>
          <a:stretch xmlns:a="http://schemas.openxmlformats.org/drawingml/2006/main"/>
        </p:blipFill>
        <p:spPr>
          <a:xfrm xmlns:a="http://schemas.openxmlformats.org/drawingml/2006/main">
            <a:off x="609600" y="1745601"/>
            <a:ext cx="10972800" cy="20332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762FA-9DDF-4564-B41B-886DD50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1　核對工令與客戶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6AD9B-91DB-43BA-BB01-9B674773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2　登錄規格與預計件數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3A03D-DC2F-4894-8573-D66A2DC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3　儲存催料單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8E9F8-C0C2-42DD-8785-8184529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紙本需求提供輸入依據，MES 保存工令、製程、材質、線徑與件數。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454F0-6F8B-405D-A7C3-EDF6A4D4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此時只有預計加工資料，是否到場仍待收料人員確認。</a:t>
            </a:r>
          </a:p>
        </p:txBody>
      </p:sp>
    </p:spTree>
    <p:extLst>
      <p:ext uri="{BB962C8B-B14F-4D97-AF65-F5344CB8AC3E}">
        <p14:creationId xmlns:p14="http://schemas.microsoft.com/office/powerpoint/2010/main" val="414961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D0FBA-589C-408E-BDE1-2B41354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3/4：訂單找資料，條碼認物料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BA059-CC44-4F83-B2F1-4B8CEBA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2773F-2A91-4C84-A44F-0F9B246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D0972-0423-45DE-AA4A-1A7A127E1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3635d67734a4f"/>
          <a:stretch xmlns:a="http://schemas.openxmlformats.org/drawingml/2006/main"/>
        </p:blipFill>
        <p:spPr>
          <a:xfrm xmlns:a="http://schemas.openxmlformats.org/drawingml/2006/main">
            <a:off x="633459" y="1381125"/>
            <a:ext cx="3381283" cy="31432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73038-2C46-473D-A6A0-D73084AB6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7db83fd294bf6"/>
          <a:stretch xmlns:a="http://schemas.openxmlformats.org/drawingml/2006/main"/>
        </p:blipFill>
        <p:spPr>
          <a:xfrm xmlns:a="http://schemas.openxmlformats.org/drawingml/2006/main">
            <a:off x="5031921" y="1333500"/>
            <a:ext cx="2032909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97370-0A2B-42EA-A6FD-ADEAC2D92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2883876d648af"/>
          <a:stretch xmlns:a="http://schemas.openxmlformats.org/drawingml/2006/main"/>
        </p:blipFill>
        <p:spPr>
          <a:xfrm xmlns:a="http://schemas.openxmlformats.org/drawingml/2006/main">
            <a:off x="8512687" y="1333500"/>
            <a:ext cx="2500877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FB1F5-1E47-4F8B-9150-9817C1E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訂單／工令號碼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18A15-7D7A-4298-9600-38FC083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搜尋對應催料單。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8752-218E-4EE3-8E82-547E935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原鐵牌條碼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54569-BF3D-4CDB-8557-9ACF105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可讀取且能區分盤元時沿用。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80D05-192B-4CD7-B4E6-68C42AC6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備用 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75B17-E674-423C-8154-377DCA62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006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原碼損毀時才補貼。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C7A93-86B8-4420-B3B4-580E266A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同一工單可串接多顆盤元，每顆保存自己的識別碼與重量。</a:t>
            </a:r>
          </a:p>
        </p:txBody>
      </p:sp>
    </p:spTree>
    <p:extLst>
      <p:ext uri="{BB962C8B-B14F-4D97-AF65-F5344CB8AC3E}">
        <p14:creationId xmlns:p14="http://schemas.microsoft.com/office/powerpoint/2010/main" val="155012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D1769-CE0C-4E8A-A1BC-80E28542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4/4：收料人員確認入庫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8899-D437-45F7-AB2B-F826477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30F53-36ED-4760-9F21-240A37A4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1D45D-15B4-4BF0-AF17-EBA11576F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f96567ce54a3a"/>
          <a:stretch xmlns:a="http://schemas.openxmlformats.org/drawingml/2006/main"/>
        </p:blipFill>
        <p:spPr>
          <a:xfrm xmlns:a="http://schemas.openxmlformats.org/drawingml/2006/main">
            <a:off x="654685" y="1285875"/>
            <a:ext cx="1088263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9E0B6-3635-490D-A2A8-F2C2AF7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① 搜尋並選取工單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F35B6-C6D3-48F8-8370-D394979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② 核對物料資料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53716-F298-4E60-AF6A-9CB9C2FF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③ 掃描條碼／QR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1064D-641D-44F4-9C71-D7C753A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④ 確認重量、入庫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8E019-4710-47C6-BCEA-082CD76F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完成入庫後，後續人員掃描同一識別碼，就能連到既有物料資料。</a:t>
            </a:r>
          </a:p>
        </p:txBody>
      </p:sp>
    </p:spTree>
    <p:extLst>
      <p:ext uri="{BB962C8B-B14F-4D97-AF65-F5344CB8AC3E}">
        <p14:creationId xmlns:p14="http://schemas.microsoft.com/office/powerpoint/2010/main" val="1682946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E8A8B-CA43-4309-9645-A2BA27B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洗入回報：掃碼後記錄進場酸洗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367A-6F49-46C0-AB96-2C5DE51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CE200-72C5-4E98-9EDF-C04BD23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AEBB6-8287-43ED-92A2-DDF93100A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ae6b73d540cb"/>
          <a:stretch xmlns:a="http://schemas.openxmlformats.org/drawingml/2006/main"/>
        </p:blipFill>
        <p:spPr>
          <a:xfrm xmlns:a="http://schemas.openxmlformats.org/drawingml/2006/main">
            <a:off x="620183" y="1333500"/>
            <a:ext cx="10951633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08257-FE58-450E-9BE1-BD8F66F0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選擇藍底「掃碼洗入」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B8D6D-0FC0-4899-BDA5-F9DAAFC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掃碼並填爐號、桿號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DD715-DE90-4338-AEED-F832E10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按下「確認洗入」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AFDD9-BC05-4655-9D9B-F40766EC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系統回報入洗時間與物料資料，讓其他人知道這顆盤元已進入加工。</a:t>
            </a:r>
          </a:p>
        </p:txBody>
      </p:sp>
    </p:spTree>
    <p:extLst>
      <p:ext uri="{BB962C8B-B14F-4D97-AF65-F5344CB8AC3E}">
        <p14:creationId xmlns:p14="http://schemas.microsoft.com/office/powerpoint/2010/main" val="317723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93246-D020-4CCC-B41A-E6A67590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洗出回報：再次掃碼確認酸洗完工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83A2-CA58-4942-96BE-6001A426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A785-CE8B-4AAB-80A4-7CDD7C97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F25B0-78F8-4AE8-9A1E-C0D7CBF9B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edafec9ad467b"/>
          <a:stretch xmlns:a="http://schemas.openxmlformats.org/drawingml/2006/main"/>
        </p:blipFill>
        <p:spPr>
          <a:xfrm xmlns:a="http://schemas.openxmlformats.org/drawingml/2006/main">
            <a:off x="793494" y="1333500"/>
            <a:ext cx="10605012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FAEA-583F-4DBB-A1BC-8EC631D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選擇橘底「掃碼洗出」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C3BEE-9791-4FFF-B256-B7E0B55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掃碼、核對原洗入資料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EED31-8698-46E8-903D-28368F8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按下「確認洗出」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D7A05-E951-4E85-A68C-1349AF27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確認洗出才代表酸洗完工，洗出時間提供中央生管及下游準備依據。</a:t>
            </a:r>
          </a:p>
        </p:txBody>
      </p:sp>
    </p:spTree>
    <p:extLst>
      <p:ext uri="{BB962C8B-B14F-4D97-AF65-F5344CB8AC3E}">
        <p14:creationId xmlns:p14="http://schemas.microsoft.com/office/powerpoint/2010/main" val="687521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D01B7-FAB2-4A07-87F8-153CEBB7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共享明細：洗入後可查，洗出後更新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71D73-048B-46E7-968A-AC8141CB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D64F7-1BDC-4448-927C-056DF0A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290E2-F967-4886-B075-E10BB67FE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a75d6589f4345"/>
          <a:stretch xmlns:a="http://schemas.openxmlformats.org/drawingml/2006/main"/>
        </p:blipFill>
        <p:spPr>
          <a:xfrm xmlns:a="http://schemas.openxmlformats.org/drawingml/2006/main">
            <a:off x="1680850" y="1285875"/>
            <a:ext cx="8830301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0897C-846A-4BA2-83A0-69BFD8E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洗入：新增入洗時間、桿號與物料資料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0DC9-7F47-4427-881F-721916D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洗出：更新洗出時間與完成狀態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C14C4-DF24-4F35-81FB-D061FEB7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本圖可見列仍為「待洗出」；同筆完工後的更新將以現場 DEMO 核對。</a:t>
            </a:r>
          </a:p>
        </p:txBody>
      </p:sp>
    </p:spTree>
    <p:extLst>
      <p:ext uri="{BB962C8B-B14F-4D97-AF65-F5344CB8AC3E}">
        <p14:creationId xmlns:p14="http://schemas.microsoft.com/office/powerpoint/2010/main" val="2067394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025B3-8B4B-4F71-BCE5-0CBC36B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同一顆盤元的回報與查詢關係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E2852-1E84-4E2B-9E03-7350B92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C63D4-C0A2-4F19-9362-3D3CCF9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E8750-8CF5-4EC7-A210-75C5CE24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939DE-B4CB-4FBA-ADA8-A7F075F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實物連到工單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A4D6-593C-4BF1-BC0F-F3D1729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有到場紀錄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8AB2D-362C-4137-AF80-E92114E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F25F2-B5E6-4758-94E7-06071CF3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確認洗入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85FFF-1D71-4F2C-BFA9-E0F3CE7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670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掃同一物料碼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670DC-11B8-4EC5-ACFB-84E6AEF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052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出現入洗時間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6737B-ABB6-4479-86B4-AA03B4B6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E712D-60AD-42B0-B68F-DCBCE23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確認洗出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A4A83-A8FE-4AC0-BADD-396A1C96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核對後回報完工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18629-BBAA-42DD-982B-8C7101D3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出現洗出時間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45098-0ACC-4F8B-961B-E493EBC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78F17-662F-453F-9305-A6400821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相關人員查詢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9ACF7-5C3C-4DDC-AD03-D9B7AA5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查看最新回報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2E31E-705A-4086-B1FB-E6E652F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052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安排後續準備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2FB09-DFC0-48B3-9DE6-CCF752E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工令與物料識別碼串起各次現場回報，相關角色查詢同一份紀錄。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49BA1-735D-463B-8F72-CC982EE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洗入代表開始加工；洗出代表酸洗完工，仍需另行安排出貨與運送。</a:t>
            </a:r>
          </a:p>
        </p:txBody>
      </p:sp>
    </p:spTree>
    <p:extLst>
      <p:ext uri="{BB962C8B-B14F-4D97-AF65-F5344CB8AC3E}">
        <p14:creationId xmlns:p14="http://schemas.microsoft.com/office/powerpoint/2010/main" val="29512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34733-8336-4D3E-9AD1-9D8D677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洗出時間如何支援下游提前準備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FF1F-9663-4867-9945-515BBD3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19F38-6FA9-461C-BA00-33744130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7484E-EDBF-40C6-87F6-503BA3F3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04F18-A688-41E1-9CFC-0E03BB3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確認急件已酸洗完工，協調出貨與後續製程銜接。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F68F4-0498-4962-B8C4-06EA175D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球化人員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8A1D7-0DB0-4D0A-8805-D8FA615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依預計可到料時間，提前安排爐次與開爐準備。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69D1E-76B8-496E-B53C-DA85BE8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伸線人員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B2C70-8847-4ABD-9BA0-25866775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依下一批物料的材質與線徑，提前預排更換模具。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3A035-FF5B-4BD7-9738-FB3D9EB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MES 提供回報資訊，由人員依製程路徑、運輸與設備條件決定安排。</a:t>
            </a:r>
          </a:p>
        </p:txBody>
      </p:sp>
    </p:spTree>
    <p:extLst>
      <p:ext uri="{BB962C8B-B14F-4D97-AF65-F5344CB8AC3E}">
        <p14:creationId xmlns:p14="http://schemas.microsoft.com/office/powerpoint/2010/main" val="604862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BE5AB-251F-4C14-B6D5-D4DCB76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本次 DEMO：現場回報與另一端查詢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08F8-050D-493F-8663-A575799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2026/10/27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3E895-98E1-4944-B547-F5174CF9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CA24B-3E18-4CF4-9B51-65B3794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操作端：入洗人員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0257F-505B-4318-A778-6F0E7D7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掃描已綁定的測試碼並確認洗入，再掃同一碼確認洗出。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81830-34FA-443A-9568-FD066B9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查詢端：生管／下游角色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E81E-6296-4F87-9623-32639D3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查看同一筆資料的入洗時間、洗出時間與狀態變化。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50E5-C097-480B-8EC8-E912C75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FFB60-9068-470C-834D-C09E45B3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碼值與工單一致、洗入與洗出時間正確，其他角色能查到更新。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CE543-4B17-42E6-81EC-563D336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3445 測試環境展示；另記錄回報到可查詢的時間及是否需要刷新。</a:t>
            </a:r>
          </a:p>
        </p:txBody>
      </p:sp>
    </p:spTree>
    <p:extLst>
      <p:ext uri="{BB962C8B-B14F-4D97-AF65-F5344CB8AC3E}">
        <p14:creationId xmlns:p14="http://schemas.microsoft.com/office/powerpoint/2010/main" val="1056315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2026-10-21T02:46:18.3550000Z</dcterms:created>
  <dcterms:modified xsi:type="dcterms:W3CDTF">2026-10-21T02:46:18.3550000Z</dcterms:modified>
</coreProperties>
</file>